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0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7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3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8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7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4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7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3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9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6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700F6-4BD9-46FE-996A-165D1BE50F0F}" type="datetimeFigureOut">
              <a:rPr lang="en-US" smtClean="0"/>
              <a:t>7/9/2012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5E43A-05B2-41EB-8E9E-5D0B65C9F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6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>
            <a:spLocks/>
          </p:cNvSpPr>
          <p:nvPr/>
        </p:nvSpPr>
        <p:spPr>
          <a:xfrm>
            <a:off x="2377440" y="2957286"/>
            <a:ext cx="3657600" cy="548640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 Same Side Corner Rectangle 4"/>
          <p:cNvSpPr>
            <a:spLocks/>
          </p:cNvSpPr>
          <p:nvPr/>
        </p:nvSpPr>
        <p:spPr>
          <a:xfrm>
            <a:off x="2377440" y="2377440"/>
            <a:ext cx="3657600" cy="548640"/>
          </a:xfrm>
          <a:prstGeom prst="round2Same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2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Princeton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Princeton Affiliate</dc:creator>
  <cp:lastModifiedBy>Princeton Affiliate</cp:lastModifiedBy>
  <cp:revision>2</cp:revision>
  <dcterms:created xsi:type="dcterms:W3CDTF">2012-07-09T19:21:32Z</dcterms:created>
  <dcterms:modified xsi:type="dcterms:W3CDTF">2012-07-09T20:03:30Z</dcterms:modified>
</cp:coreProperties>
</file>